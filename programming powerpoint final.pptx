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5" d="100"/>
          <a:sy n="55" d="100"/>
        </p:scale>
        <p:origin x="-58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D131-704C-4883-8DFC-66EAFDC0F15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3242C8E-B17B-4F0B-BF1A-764643B1599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4397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D131-704C-4883-8DFC-66EAFDC0F15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2C8E-B17B-4F0B-BF1A-764643B1599E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687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D131-704C-4883-8DFC-66EAFDC0F15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2C8E-B17B-4F0B-BF1A-764643B1599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3479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D131-704C-4883-8DFC-66EAFDC0F15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2C8E-B17B-4F0B-BF1A-764643B1599E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988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D131-704C-4883-8DFC-66EAFDC0F15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2C8E-B17B-4F0B-BF1A-764643B1599E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6445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D131-704C-4883-8DFC-66EAFDC0F15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2C8E-B17B-4F0B-BF1A-764643B1599E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3040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D131-704C-4883-8DFC-66EAFDC0F15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2C8E-B17B-4F0B-BF1A-764643B159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211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D131-704C-4883-8DFC-66EAFDC0F15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2C8E-B17B-4F0B-BF1A-764643B1599E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1239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6BCDD131-704C-4883-8DFC-66EAFDC0F15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2C8E-B17B-4F0B-BF1A-764643B1599E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355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D131-704C-4883-8DFC-66EAFDC0F15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2C8E-B17B-4F0B-BF1A-764643B1599E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2053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CDD131-704C-4883-8DFC-66EAFDC0F15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42C8E-B17B-4F0B-BF1A-764643B1599E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827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DD131-704C-4883-8DFC-66EAFDC0F15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3242C8E-B17B-4F0B-BF1A-764643B1599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7992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BFB97-16E6-4645-3F6A-F5421A5CC6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steganography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5C9E92-04CA-780B-4ABF-7E7B136613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Ahmed Mohamed </a:t>
            </a:r>
            <a:r>
              <a:rPr lang="en-US" dirty="0" err="1"/>
              <a:t>seoudi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93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6EE46-B31A-B7B0-5838-9BAF0D2B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steganography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0E026-0287-12D9-4A94-79D2A5ED4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Steganography hides data inside a file like images, audios, or video</a:t>
            </a:r>
          </a:p>
          <a:p>
            <a:r>
              <a:rPr lang="en-US" dirty="0"/>
              <a:t>No one can see the hidden data </a:t>
            </a:r>
          </a:p>
          <a:p>
            <a:r>
              <a:rPr lang="en-US" dirty="0"/>
              <a:t>Steganography hides the existence of the message unlike encryption.</a:t>
            </a:r>
          </a:p>
          <a:p>
            <a:r>
              <a:rPr lang="en-US" dirty="0"/>
              <a:t>This coursework focuses on image steganography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593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C33E-B7E0-CB5F-C6F4-4B9F999AF0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purpose and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3CFD30-D0A4-312E-491B-E95FBF0A60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basic steganography app in python </a:t>
            </a:r>
          </a:p>
          <a:p>
            <a:r>
              <a:rPr lang="en-US" dirty="0"/>
              <a:t>Hide secret message in python </a:t>
            </a:r>
          </a:p>
          <a:p>
            <a:r>
              <a:rPr lang="en-US" dirty="0"/>
              <a:t>Message can be entered by the user or from a text file </a:t>
            </a:r>
          </a:p>
          <a:p>
            <a:r>
              <a:rPr lang="en-US" dirty="0"/>
              <a:t>Not relying on libraries to understand the algorithm </a:t>
            </a:r>
          </a:p>
          <a:p>
            <a:r>
              <a:rPr lang="en-US" dirty="0"/>
              <a:t>The app uses LSB technique</a:t>
            </a:r>
          </a:p>
        </p:txBody>
      </p:sp>
    </p:spTree>
    <p:extLst>
      <p:ext uri="{BB962C8B-B14F-4D97-AF65-F5344CB8AC3E}">
        <p14:creationId xmlns:p14="http://schemas.microsoft.com/office/powerpoint/2010/main" val="22451354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58E8-A4BF-047C-2B6C-0D7B34C4F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the app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7D393-123E-01BB-CF8C-A52ECAC408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hidden message gets converted to binary</a:t>
            </a:r>
          </a:p>
          <a:p>
            <a:r>
              <a:rPr lang="en-US" dirty="0"/>
              <a:t>Message bits are hidden in the LSB of the image pixels</a:t>
            </a:r>
          </a:p>
          <a:p>
            <a:r>
              <a:rPr lang="en-US" dirty="0"/>
              <a:t>The overall appearance of the image doesn’t change </a:t>
            </a:r>
          </a:p>
          <a:p>
            <a:r>
              <a:rPr lang="en-US" dirty="0"/>
              <a:t>Bits are extracted and converted to readable text during decoding </a:t>
            </a:r>
          </a:p>
        </p:txBody>
      </p:sp>
    </p:spTree>
    <p:extLst>
      <p:ext uri="{BB962C8B-B14F-4D97-AF65-F5344CB8AC3E}">
        <p14:creationId xmlns:p14="http://schemas.microsoft.com/office/powerpoint/2010/main" val="1103200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27DFA-4E38-D3F2-1BDB-923108A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app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CAB7F-C1B7-35E9-115E-73B3F0748B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app allows hiding and revealing secret messages</a:t>
            </a:r>
          </a:p>
          <a:p>
            <a:r>
              <a:rPr lang="en-US" dirty="0"/>
              <a:t>Its design is simple and user friendly </a:t>
            </a:r>
          </a:p>
          <a:p>
            <a:r>
              <a:rPr lang="en-US" dirty="0"/>
              <a:t>The user needs basic python knowledge </a:t>
            </a:r>
          </a:p>
          <a:p>
            <a:r>
              <a:rPr lang="en-US" dirty="0"/>
              <a:t>The user has option menu to choose from</a:t>
            </a:r>
          </a:p>
        </p:txBody>
      </p:sp>
    </p:spTree>
    <p:extLst>
      <p:ext uri="{BB962C8B-B14F-4D97-AF65-F5344CB8AC3E}">
        <p14:creationId xmlns:p14="http://schemas.microsoft.com/office/powerpoint/2010/main" val="1147135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AD366-5FF3-A50A-8050-7158075EE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the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FA3302-53A4-A64D-C6FE-4471285956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must be on the user's device </a:t>
            </a:r>
          </a:p>
          <a:p>
            <a:r>
              <a:rPr lang="en-US" dirty="0"/>
              <a:t>The program runs through a terminal like visual studio </a:t>
            </a:r>
          </a:p>
          <a:p>
            <a:r>
              <a:rPr lang="en-US" dirty="0"/>
              <a:t>The user choose an option from the menu </a:t>
            </a:r>
          </a:p>
          <a:p>
            <a:r>
              <a:rPr lang="en-US" dirty="0"/>
              <a:t>Options available are encoding, decoding, exit </a:t>
            </a:r>
          </a:p>
        </p:txBody>
      </p:sp>
    </p:spTree>
    <p:extLst>
      <p:ext uri="{BB962C8B-B14F-4D97-AF65-F5344CB8AC3E}">
        <p14:creationId xmlns:p14="http://schemas.microsoft.com/office/powerpoint/2010/main" val="39489709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2988B-53AE-45C2-72C6-5C776A272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Hiding a secret message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80635-5B3A-50DE-E552-AAB2A1312D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user select the encoding option  </a:t>
            </a:r>
          </a:p>
          <a:p>
            <a:r>
              <a:rPr lang="en-US" dirty="0"/>
              <a:t>the path of the image or text file must be provided to the app</a:t>
            </a:r>
          </a:p>
          <a:p>
            <a:r>
              <a:rPr lang="en-US" dirty="0"/>
              <a:t>The message is converted to binary </a:t>
            </a:r>
          </a:p>
          <a:p>
            <a:r>
              <a:rPr lang="en-US" dirty="0"/>
              <a:t>The binary data is hidden in the LSB </a:t>
            </a:r>
          </a:p>
          <a:p>
            <a:r>
              <a:rPr lang="en-US" dirty="0"/>
              <a:t>The output is a new image with the secret message </a:t>
            </a:r>
          </a:p>
        </p:txBody>
      </p:sp>
    </p:spTree>
    <p:extLst>
      <p:ext uri="{BB962C8B-B14F-4D97-AF65-F5344CB8AC3E}">
        <p14:creationId xmlns:p14="http://schemas.microsoft.com/office/powerpoint/2010/main" val="3326923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F7C52-8E92-94F9-8552-F66B0694C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a secret message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1365F6-AE0F-04AA-3DBE-DF5BDCCF76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user select the decoding option </a:t>
            </a:r>
          </a:p>
          <a:p>
            <a:r>
              <a:rPr lang="en-US" dirty="0"/>
              <a:t>The encoded image path must be provided </a:t>
            </a:r>
          </a:p>
          <a:p>
            <a:r>
              <a:rPr lang="en-US" dirty="0"/>
              <a:t>The message is extracted from the LSB of the image </a:t>
            </a:r>
          </a:p>
          <a:p>
            <a:r>
              <a:rPr lang="en-US" dirty="0"/>
              <a:t>Data is the converted to readable text </a:t>
            </a:r>
          </a:p>
          <a:p>
            <a:r>
              <a:rPr lang="en-US" dirty="0"/>
              <a:t>This process will work if the image went through the previous process </a:t>
            </a:r>
          </a:p>
        </p:txBody>
      </p:sp>
    </p:spTree>
    <p:extLst>
      <p:ext uri="{BB962C8B-B14F-4D97-AF65-F5344CB8AC3E}">
        <p14:creationId xmlns:p14="http://schemas.microsoft.com/office/powerpoint/2010/main" val="19414714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85AC3-DD81-DE66-BB65-8DE6E0BF0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handling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8A6D9-E38C-C7D0-9655-99321FE6E8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app checks if the image has free space for the message </a:t>
            </a:r>
          </a:p>
          <a:p>
            <a:r>
              <a:rPr lang="en-US" dirty="0"/>
              <a:t>If there is no free space a message will be printed for the user </a:t>
            </a:r>
          </a:p>
          <a:p>
            <a:r>
              <a:rPr lang="en-US" dirty="0"/>
              <a:t>The app alerts the user if the file path is written wrong or unavailable</a:t>
            </a:r>
          </a:p>
          <a:p>
            <a:r>
              <a:rPr lang="en-US" dirty="0"/>
              <a:t>The app prevents crashing by using UTF-8 supported characters only </a:t>
            </a:r>
          </a:p>
        </p:txBody>
      </p:sp>
    </p:spTree>
    <p:extLst>
      <p:ext uri="{BB962C8B-B14F-4D97-AF65-F5344CB8AC3E}">
        <p14:creationId xmlns:p14="http://schemas.microsoft.com/office/powerpoint/2010/main" val="1466699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D0690-45F3-1FFC-8276-C46C45386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table </a:t>
            </a: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CD8C4F9-B7CD-77AC-6765-EFE85243C5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579" y="1853754"/>
            <a:ext cx="9603275" cy="3632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046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455577-74AF-1DA9-BFCF-8D32025A2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used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18958-7BC2-73E5-0AAE-DFDA1DADA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LSB TECHNIQUE </a:t>
            </a:r>
          </a:p>
          <a:p>
            <a:r>
              <a:rPr lang="en-US" dirty="0"/>
              <a:t>Works with BMP images </a:t>
            </a:r>
          </a:p>
          <a:p>
            <a:r>
              <a:rPr lang="en-US" dirty="0"/>
              <a:t>Hides secret message inside images bytes</a:t>
            </a:r>
          </a:p>
          <a:p>
            <a:r>
              <a:rPr lang="en-US" dirty="0"/>
              <a:t>Overall image appearance doesn't change </a:t>
            </a:r>
          </a:p>
        </p:txBody>
      </p:sp>
    </p:spTree>
    <p:extLst>
      <p:ext uri="{BB962C8B-B14F-4D97-AF65-F5344CB8AC3E}">
        <p14:creationId xmlns:p14="http://schemas.microsoft.com/office/powerpoint/2010/main" val="97343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0D9B3-5299-A469-0304-A09786A63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Problems solved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95AC74-8EC9-8C48-FB94-82C2E7430E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Checks image free space before encoding</a:t>
            </a:r>
          </a:p>
          <a:p>
            <a:r>
              <a:rPr lang="en-US" dirty="0"/>
              <a:t>Checks file path </a:t>
            </a:r>
          </a:p>
          <a:p>
            <a:r>
              <a:rPr lang="en-US" dirty="0"/>
              <a:t>UTF-8 to prevent crashes</a:t>
            </a:r>
          </a:p>
        </p:txBody>
      </p:sp>
    </p:spTree>
    <p:extLst>
      <p:ext uri="{BB962C8B-B14F-4D97-AF65-F5344CB8AC3E}">
        <p14:creationId xmlns:p14="http://schemas.microsoft.com/office/powerpoint/2010/main" val="3452253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3F72E-EF28-A230-A2F5-E8B0E0E7A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complexity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AD541-1ACF-11A5-310F-DEDA8D828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Encoding time complexity is O(n)</a:t>
            </a:r>
          </a:p>
          <a:p>
            <a:r>
              <a:rPr lang="en-US" dirty="0"/>
              <a:t>Decoding time complexity is O(n)</a:t>
            </a:r>
          </a:p>
        </p:txBody>
      </p:sp>
    </p:spTree>
    <p:extLst>
      <p:ext uri="{BB962C8B-B14F-4D97-AF65-F5344CB8AC3E}">
        <p14:creationId xmlns:p14="http://schemas.microsoft.com/office/powerpoint/2010/main" val="12740370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62</TotalTime>
  <Words>393</Words>
  <Application>Microsoft Office PowerPoint</Application>
  <PresentationFormat>Widescreen</PresentationFormat>
  <Paragraphs>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steganography</vt:lpstr>
      <vt:lpstr>Overview of steganography </vt:lpstr>
      <vt:lpstr>Project purpose and method</vt:lpstr>
      <vt:lpstr>How does the app work</vt:lpstr>
      <vt:lpstr>Using the app </vt:lpstr>
      <vt:lpstr>Running the app</vt:lpstr>
      <vt:lpstr>Hiding a secret message   </vt:lpstr>
      <vt:lpstr>Extracting a secret message </vt:lpstr>
      <vt:lpstr>Error handling </vt:lpstr>
      <vt:lpstr>Testing table </vt:lpstr>
      <vt:lpstr>Algorithm used   </vt:lpstr>
      <vt:lpstr>Problems solved </vt:lpstr>
      <vt:lpstr>Time complexity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</dc:creator>
  <cp:lastModifiedBy>me</cp:lastModifiedBy>
  <cp:revision>1</cp:revision>
  <dcterms:created xsi:type="dcterms:W3CDTF">2025-12-14T16:27:45Z</dcterms:created>
  <dcterms:modified xsi:type="dcterms:W3CDTF">2025-12-14T17:30:38Z</dcterms:modified>
</cp:coreProperties>
</file>